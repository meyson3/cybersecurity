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Roboto"/>
      <p:regular r:id="rId8"/>
      <p:bold r:id="rId9"/>
      <p:italic r:id="rId10"/>
      <p:boldItalic r:id="rId11"/>
    </p:embeddedFont>
    <p:embeddedFont>
      <p:font typeface="Google Sans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boldItalic.fntdata"/><Relationship Id="rId10" Type="http://schemas.openxmlformats.org/officeDocument/2006/relationships/font" Target="fonts/Roboto-italic.fntdata"/><Relationship Id="rId13" Type="http://schemas.openxmlformats.org/officeDocument/2006/relationships/font" Target="fonts/GoogleSans-bold.fntdata"/><Relationship Id="rId12" Type="http://schemas.openxmlformats.org/officeDocument/2006/relationships/font" Target="fonts/GoogleSa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Roboto-bold.fntdata"/><Relationship Id="rId15" Type="http://schemas.openxmlformats.org/officeDocument/2006/relationships/font" Target="fonts/GoogleSans-boldItalic.fntdata"/><Relationship Id="rId14" Type="http://schemas.openxmlformats.org/officeDocument/2006/relationships/font" Target="fonts/Google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9419f719b3_0_3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9419f719b3_0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311700" y="419550"/>
            <a:ext cx="7684800" cy="92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en" sz="179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Has this file been identified as malicious? Explain why or why not.</a:t>
            </a:r>
            <a:endParaRPr b="1" sz="179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b="1" sz="179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605"/>
              <a:buNone/>
            </a:pPr>
            <a:r>
              <a:t/>
            </a:r>
            <a:endParaRPr b="1" sz="179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311700" y="1060100"/>
            <a:ext cx="7538700" cy="27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</a:rPr>
              <a:t>Yes, the file is identified as malicious.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VirusTotal results indicate that multiple security vendors have flagged the SHA256 hash as associated with malware.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The </a:t>
            </a:r>
            <a:r>
              <a:rPr b="1" lang="en" sz="1600">
                <a:solidFill>
                  <a:schemeClr val="dk1"/>
                </a:solidFill>
              </a:rPr>
              <a:t>community score</a:t>
            </a:r>
            <a:r>
              <a:rPr lang="en" sz="1600">
                <a:solidFill>
                  <a:schemeClr val="dk1"/>
                </a:solidFill>
              </a:rPr>
              <a:t> is negative, indicating users and analysts consider the file a threat.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Behavioral analysis confirms that the file executes unauthorized processes upon being opened, supporting its classification as malicious.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14"/>
          <p:cNvGrpSpPr/>
          <p:nvPr/>
        </p:nvGrpSpPr>
        <p:grpSpPr>
          <a:xfrm>
            <a:off x="52400" y="399200"/>
            <a:ext cx="5417400" cy="4685400"/>
            <a:chOff x="52400" y="399200"/>
            <a:chExt cx="5417400" cy="4685400"/>
          </a:xfrm>
        </p:grpSpPr>
        <p:sp>
          <p:nvSpPr>
            <p:cNvPr id="61" name="Google Shape;61;p14"/>
            <p:cNvSpPr/>
            <p:nvPr/>
          </p:nvSpPr>
          <p:spPr>
            <a:xfrm>
              <a:off x="52400" y="399200"/>
              <a:ext cx="5417400" cy="4685400"/>
            </a:xfrm>
            <a:prstGeom prst="triangle">
              <a:avLst>
                <a:gd fmla="val 50000" name="adj"/>
              </a:avLst>
            </a:prstGeom>
            <a:solidFill>
              <a:schemeClr val="accent1"/>
            </a:solidFill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62" name="Google Shape;62;p14"/>
            <p:cNvCxnSpPr/>
            <p:nvPr/>
          </p:nvCxnSpPr>
          <p:spPr>
            <a:xfrm>
              <a:off x="2174888" y="1426450"/>
              <a:ext cx="1162500" cy="0"/>
            </a:xfrm>
            <a:prstGeom prst="straightConnector1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" name="Google Shape;63;p14"/>
            <p:cNvCxnSpPr/>
            <p:nvPr/>
          </p:nvCxnSpPr>
          <p:spPr>
            <a:xfrm>
              <a:off x="1714500" y="2214625"/>
              <a:ext cx="2094000" cy="0"/>
            </a:xfrm>
            <a:prstGeom prst="straightConnector1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" name="Google Shape;64;p14"/>
            <p:cNvCxnSpPr/>
            <p:nvPr/>
          </p:nvCxnSpPr>
          <p:spPr>
            <a:xfrm>
              <a:off x="1269525" y="2976625"/>
              <a:ext cx="2970900" cy="0"/>
            </a:xfrm>
            <a:prstGeom prst="straightConnector1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" name="Google Shape;65;p14"/>
            <p:cNvCxnSpPr/>
            <p:nvPr/>
          </p:nvCxnSpPr>
          <p:spPr>
            <a:xfrm>
              <a:off x="903063" y="3665615"/>
              <a:ext cx="3729900" cy="0"/>
            </a:xfrm>
            <a:prstGeom prst="straightConnector1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" name="Google Shape;66;p14"/>
            <p:cNvCxnSpPr/>
            <p:nvPr/>
          </p:nvCxnSpPr>
          <p:spPr>
            <a:xfrm>
              <a:off x="484250" y="4351425"/>
              <a:ext cx="4541700" cy="0"/>
            </a:xfrm>
            <a:prstGeom prst="straightConnector1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7" name="Google Shape;67;p14"/>
          <p:cNvSpPr txBox="1"/>
          <p:nvPr/>
        </p:nvSpPr>
        <p:spPr>
          <a:xfrm>
            <a:off x="2424313" y="863775"/>
            <a:ext cx="805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TTPs</a:t>
            </a:r>
            <a:endParaRPr b="1" sz="17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2411226" y="1578950"/>
            <a:ext cx="805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Tools</a:t>
            </a:r>
            <a:endParaRPr b="1" sz="17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1792100" y="2294125"/>
            <a:ext cx="19914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Network/host artifacts</a:t>
            </a:r>
            <a:endParaRPr b="1" sz="17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1978962" y="3118675"/>
            <a:ext cx="2048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Domain names</a:t>
            </a:r>
            <a:endParaRPr b="1" sz="17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1978962" y="3755325"/>
            <a:ext cx="2048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IP addresses</a:t>
            </a:r>
            <a:endParaRPr b="1" sz="17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1978962" y="4457425"/>
            <a:ext cx="2048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Hash values</a:t>
            </a:r>
            <a:endParaRPr b="1" sz="17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73" name="Google Shape;73;p14"/>
          <p:cNvCxnSpPr/>
          <p:nvPr/>
        </p:nvCxnSpPr>
        <p:spPr>
          <a:xfrm>
            <a:off x="3153750" y="1086374"/>
            <a:ext cx="16947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" name="Google Shape;74;p14"/>
          <p:cNvSpPr/>
          <p:nvPr/>
        </p:nvSpPr>
        <p:spPr>
          <a:xfrm>
            <a:off x="4848450" y="824324"/>
            <a:ext cx="2020500" cy="525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	</a:t>
            </a:r>
            <a:endParaRPr sz="11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75" name="Google Shape;75;p14"/>
          <p:cNvCxnSpPr>
            <a:endCxn id="76" idx="1"/>
          </p:cNvCxnSpPr>
          <p:nvPr/>
        </p:nvCxnSpPr>
        <p:spPr>
          <a:xfrm>
            <a:off x="3578825" y="1801549"/>
            <a:ext cx="16947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" name="Google Shape;76;p14"/>
          <p:cNvSpPr/>
          <p:nvPr/>
        </p:nvSpPr>
        <p:spPr>
          <a:xfrm>
            <a:off x="5273525" y="1539499"/>
            <a:ext cx="2020500" cy="525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7" name="Google Shape;77;p14"/>
          <p:cNvCxnSpPr>
            <a:endCxn id="78" idx="1"/>
          </p:cNvCxnSpPr>
          <p:nvPr/>
        </p:nvCxnSpPr>
        <p:spPr>
          <a:xfrm>
            <a:off x="3986625" y="2571149"/>
            <a:ext cx="16947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" name="Google Shape;78;p14"/>
          <p:cNvSpPr/>
          <p:nvPr/>
        </p:nvSpPr>
        <p:spPr>
          <a:xfrm>
            <a:off x="5681325" y="2309099"/>
            <a:ext cx="2020500" cy="525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9" name="Google Shape;79;p14"/>
          <p:cNvCxnSpPr>
            <a:endCxn id="80" idx="1"/>
          </p:cNvCxnSpPr>
          <p:nvPr/>
        </p:nvCxnSpPr>
        <p:spPr>
          <a:xfrm>
            <a:off x="4426175" y="3274536"/>
            <a:ext cx="16947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" name="Google Shape;80;p14"/>
          <p:cNvSpPr/>
          <p:nvPr/>
        </p:nvSpPr>
        <p:spPr>
          <a:xfrm>
            <a:off x="6120875" y="3012486"/>
            <a:ext cx="2020500" cy="525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malicious-site.com (Detected by multiple security vendors)</a:t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1" name="Google Shape;81;p14"/>
          <p:cNvCxnSpPr>
            <a:endCxn id="82" idx="1"/>
          </p:cNvCxnSpPr>
          <p:nvPr/>
        </p:nvCxnSpPr>
        <p:spPr>
          <a:xfrm>
            <a:off x="4835525" y="3977924"/>
            <a:ext cx="16947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" name="Google Shape;82;p14"/>
          <p:cNvSpPr/>
          <p:nvPr/>
        </p:nvSpPr>
        <p:spPr>
          <a:xfrm>
            <a:off x="6530225" y="3715874"/>
            <a:ext cx="2020500" cy="525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192.168.1.100 (Flagged as suspicious in multiple reports)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3" name="Google Shape;83;p14"/>
          <p:cNvCxnSpPr/>
          <p:nvPr/>
        </p:nvCxnSpPr>
        <p:spPr>
          <a:xfrm>
            <a:off x="5211175" y="4680024"/>
            <a:ext cx="16053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" name="Google Shape;84;p14"/>
          <p:cNvSpPr/>
          <p:nvPr/>
        </p:nvSpPr>
        <p:spPr>
          <a:xfrm>
            <a:off x="6816475" y="4417974"/>
            <a:ext cx="2020500" cy="525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MD5: 9c6f0e7f82bd1db1eb2b4d6a2d5f4f69	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